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DEEPCHEM | Category: CHEMICAL_MANUFACTURING</a:t>
            </a:r>
          </a:p>
          <a:p>
            <a:r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Deep learning for drug/chemical discovery without data egress. Cloud-hosted alternatives leak data by architecture; Anticloud FZ LLE delivers DEEPCHEM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DEEPCHEM (https://github.com/deepchem/deepchem,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CHEMICAL_MANUFACTURING;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